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070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813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919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778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353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0633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64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3886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407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003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4112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1031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7573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6790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1996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9368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841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A1D50D-968D-41EA-9A47-30C70173EBDB}" type="datetimeFigureOut">
              <a:rPr lang="hu-HU" smtClean="0"/>
              <a:t>2025. 10. 16.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80BBC-0A88-435C-A1E8-93D7DD79E6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0913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Projektbemutató</a:t>
            </a:r>
            <a:r>
              <a:rPr dirty="0"/>
              <a:t> – Beauty Salon </a:t>
            </a:r>
            <a:r>
              <a:rPr dirty="0" err="1"/>
              <a:t>időpontfoglaló</a:t>
            </a:r>
            <a:r>
              <a:rPr dirty="0"/>
              <a:t> </a:t>
            </a:r>
            <a:r>
              <a:rPr dirty="0" err="1"/>
              <a:t>rendszer</a:t>
            </a:r>
            <a:br>
              <a:rPr lang="hu-HU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Szoftverfejlesztés</a:t>
            </a:r>
            <a:r>
              <a:rPr sz="3200" dirty="0"/>
              <a:t> </a:t>
            </a:r>
            <a:r>
              <a:rPr sz="3200" dirty="0" err="1"/>
              <a:t>tárgy</a:t>
            </a:r>
            <a:r>
              <a:rPr sz="3200" dirty="0"/>
              <a:t> </a:t>
            </a:r>
            <a:r>
              <a:rPr sz="3200" dirty="0" err="1"/>
              <a:t>keretében</a:t>
            </a:r>
            <a:r>
              <a:rPr sz="3200" dirty="0"/>
              <a:t> </a:t>
            </a:r>
            <a:r>
              <a:rPr sz="3200" dirty="0" err="1"/>
              <a:t>készülő</a:t>
            </a:r>
            <a:r>
              <a:rPr sz="3200" dirty="0"/>
              <a:t> </a:t>
            </a:r>
            <a:r>
              <a:rPr sz="3200" dirty="0" err="1"/>
              <a:t>projektterv</a:t>
            </a:r>
            <a:r>
              <a:rPr lang="hu-HU" sz="3200" dirty="0"/>
              <a:t>.</a:t>
            </a:r>
            <a:endParaRPr sz="3200" dirty="0"/>
          </a:p>
          <a:p>
            <a:r>
              <a:rPr sz="3200" dirty="0" err="1"/>
              <a:t>Csapat</a:t>
            </a:r>
            <a:r>
              <a:rPr sz="3200" dirty="0"/>
              <a:t>: </a:t>
            </a:r>
            <a:r>
              <a:rPr lang="hu-HU" sz="3200" dirty="0" err="1"/>
              <a:t>Ugrai</a:t>
            </a:r>
            <a:r>
              <a:rPr lang="hu-HU" sz="3200" dirty="0"/>
              <a:t> Gergő, Goneth Zsolt, Varga Máté, Szabó András</a:t>
            </a:r>
            <a:endParaRPr sz="3200" dirty="0"/>
          </a:p>
          <a:p>
            <a:r>
              <a:rPr sz="3200" dirty="0" err="1"/>
              <a:t>Státusz</a:t>
            </a:r>
            <a:r>
              <a:rPr sz="3200" dirty="0"/>
              <a:t>: </a:t>
            </a:r>
            <a:r>
              <a:rPr sz="3200" dirty="0" err="1"/>
              <a:t>még</a:t>
            </a:r>
            <a:r>
              <a:rPr sz="3200" dirty="0"/>
              <a:t> </a:t>
            </a:r>
            <a:r>
              <a:rPr sz="3200" dirty="0" err="1"/>
              <a:t>nem</a:t>
            </a:r>
            <a:r>
              <a:rPr sz="3200" dirty="0"/>
              <a:t> </a:t>
            </a:r>
            <a:r>
              <a:rPr sz="3200" dirty="0" err="1"/>
              <a:t>kezdődött</a:t>
            </a:r>
            <a:r>
              <a:rPr sz="3200" dirty="0"/>
              <a:t> </a:t>
            </a:r>
            <a:r>
              <a:rPr sz="3200" dirty="0" err="1"/>
              <a:t>el</a:t>
            </a:r>
            <a:r>
              <a:rPr sz="3200" dirty="0"/>
              <a:t>, </a:t>
            </a:r>
            <a:r>
              <a:rPr sz="3200" dirty="0" err="1"/>
              <a:t>tervezési</a:t>
            </a:r>
            <a:r>
              <a:rPr sz="3200" dirty="0"/>
              <a:t> </a:t>
            </a:r>
            <a:r>
              <a:rPr sz="3200" dirty="0" err="1"/>
              <a:t>fázisban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 ötlete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Egy </a:t>
            </a:r>
            <a:r>
              <a:rPr sz="3200" dirty="0" err="1"/>
              <a:t>fiktív</a:t>
            </a:r>
            <a:r>
              <a:rPr sz="3200" dirty="0"/>
              <a:t> </a:t>
            </a:r>
            <a:r>
              <a:rPr sz="3200" dirty="0" err="1"/>
              <a:t>szépségszalon</a:t>
            </a:r>
            <a:r>
              <a:rPr sz="3200" dirty="0"/>
              <a:t> </a:t>
            </a:r>
            <a:r>
              <a:rPr sz="3200" dirty="0" err="1"/>
              <a:t>számára</a:t>
            </a:r>
            <a:r>
              <a:rPr sz="3200" dirty="0"/>
              <a:t> </a:t>
            </a:r>
            <a:r>
              <a:rPr sz="3200" dirty="0" err="1"/>
              <a:t>fejlesztünk</a:t>
            </a:r>
            <a:r>
              <a:rPr sz="3200" dirty="0"/>
              <a:t> </a:t>
            </a:r>
            <a:r>
              <a:rPr sz="3200" dirty="0" err="1"/>
              <a:t>időpontfoglaló</a:t>
            </a:r>
            <a:r>
              <a:rPr sz="3200" dirty="0"/>
              <a:t> </a:t>
            </a:r>
            <a:r>
              <a:rPr sz="3200" dirty="0" err="1"/>
              <a:t>rendszert</a:t>
            </a:r>
            <a:r>
              <a:rPr sz="3200" dirty="0"/>
              <a:t>.</a:t>
            </a:r>
          </a:p>
          <a:p>
            <a:r>
              <a:rPr sz="3200" dirty="0"/>
              <a:t>A </a:t>
            </a:r>
            <a:r>
              <a:rPr sz="3200" dirty="0" err="1"/>
              <a:t>cél</a:t>
            </a:r>
            <a:r>
              <a:rPr sz="3200" dirty="0"/>
              <a:t>: </a:t>
            </a:r>
            <a:r>
              <a:rPr sz="3200" dirty="0" err="1"/>
              <a:t>digitális</a:t>
            </a:r>
            <a:r>
              <a:rPr sz="3200" dirty="0"/>
              <a:t> </a:t>
            </a:r>
            <a:r>
              <a:rPr sz="3200" dirty="0" err="1"/>
              <a:t>időpontfoglalás</a:t>
            </a:r>
            <a:r>
              <a:rPr sz="3200" dirty="0"/>
              <a:t>, </a:t>
            </a:r>
            <a:r>
              <a:rPr sz="3200" dirty="0" err="1"/>
              <a:t>adminisztrációs</a:t>
            </a:r>
            <a:r>
              <a:rPr sz="3200" dirty="0"/>
              <a:t> </a:t>
            </a:r>
            <a:r>
              <a:rPr sz="3200" dirty="0" err="1"/>
              <a:t>támogatás</a:t>
            </a:r>
            <a:r>
              <a:rPr sz="3200" dirty="0"/>
              <a:t> </a:t>
            </a:r>
            <a:r>
              <a:rPr sz="3200" dirty="0" err="1"/>
              <a:t>és</a:t>
            </a:r>
            <a:r>
              <a:rPr sz="3200" dirty="0"/>
              <a:t> </a:t>
            </a:r>
            <a:r>
              <a:rPr sz="3200" dirty="0" err="1"/>
              <a:t>átlátható</a:t>
            </a:r>
            <a:r>
              <a:rPr sz="3200" dirty="0"/>
              <a:t> </a:t>
            </a:r>
            <a:r>
              <a:rPr sz="3200" dirty="0" err="1"/>
              <a:t>kezelőfelület</a:t>
            </a:r>
            <a:r>
              <a:rPr sz="32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Motiváció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Sok </a:t>
            </a:r>
            <a:r>
              <a:rPr sz="3200" dirty="0" err="1"/>
              <a:t>kisebb</a:t>
            </a:r>
            <a:r>
              <a:rPr sz="3200" dirty="0"/>
              <a:t> </a:t>
            </a:r>
            <a:r>
              <a:rPr sz="3200" dirty="0" err="1"/>
              <a:t>szépségszalon</a:t>
            </a:r>
            <a:r>
              <a:rPr sz="3200" dirty="0"/>
              <a:t> </a:t>
            </a:r>
            <a:r>
              <a:rPr sz="3200" dirty="0" err="1"/>
              <a:t>papíralapú</a:t>
            </a:r>
            <a:r>
              <a:rPr sz="3200" dirty="0"/>
              <a:t> </a:t>
            </a:r>
            <a:r>
              <a:rPr sz="3200" dirty="0" err="1"/>
              <a:t>vagy</a:t>
            </a:r>
            <a:r>
              <a:rPr sz="3200" dirty="0"/>
              <a:t> </a:t>
            </a:r>
            <a:r>
              <a:rPr sz="3200" dirty="0" err="1"/>
              <a:t>közösségi</a:t>
            </a:r>
            <a:r>
              <a:rPr sz="3200" dirty="0"/>
              <a:t> </a:t>
            </a:r>
            <a:r>
              <a:rPr sz="3200" dirty="0" err="1"/>
              <a:t>médián</a:t>
            </a:r>
            <a:r>
              <a:rPr sz="3200" dirty="0"/>
              <a:t> </a:t>
            </a:r>
            <a:r>
              <a:rPr sz="3200" dirty="0" err="1"/>
              <a:t>keresztüli</a:t>
            </a:r>
            <a:r>
              <a:rPr sz="3200" dirty="0"/>
              <a:t> </a:t>
            </a:r>
            <a:r>
              <a:rPr sz="3200" dirty="0" err="1"/>
              <a:t>foglalásokat</a:t>
            </a:r>
            <a:r>
              <a:rPr sz="3200" dirty="0"/>
              <a:t> </a:t>
            </a:r>
            <a:r>
              <a:rPr sz="3200" dirty="0" err="1"/>
              <a:t>használ</a:t>
            </a:r>
            <a:r>
              <a:rPr sz="3200" dirty="0"/>
              <a:t>.</a:t>
            </a:r>
          </a:p>
          <a:p>
            <a:r>
              <a:rPr sz="3200" dirty="0"/>
              <a:t>Egy </a:t>
            </a:r>
            <a:r>
              <a:rPr sz="3200" dirty="0" err="1"/>
              <a:t>dedikált</a:t>
            </a:r>
            <a:r>
              <a:rPr sz="3200" dirty="0"/>
              <a:t> </a:t>
            </a:r>
            <a:r>
              <a:rPr sz="3200" dirty="0" err="1"/>
              <a:t>rendszer</a:t>
            </a:r>
            <a:r>
              <a:rPr sz="3200" dirty="0"/>
              <a:t> </a:t>
            </a:r>
            <a:r>
              <a:rPr sz="3200" dirty="0" err="1"/>
              <a:t>átláthatóbb</a:t>
            </a:r>
            <a:r>
              <a:rPr sz="3200" dirty="0"/>
              <a:t>, </a:t>
            </a:r>
            <a:r>
              <a:rPr sz="3200" dirty="0" err="1"/>
              <a:t>gyorsabb</a:t>
            </a:r>
            <a:r>
              <a:rPr sz="3200" dirty="0"/>
              <a:t> </a:t>
            </a:r>
            <a:r>
              <a:rPr sz="3200" dirty="0" err="1"/>
              <a:t>és</a:t>
            </a:r>
            <a:r>
              <a:rPr sz="3200" dirty="0"/>
              <a:t> </a:t>
            </a:r>
            <a:r>
              <a:rPr sz="3200" dirty="0" err="1"/>
              <a:t>megbízhatóbb</a:t>
            </a:r>
            <a:r>
              <a:rPr sz="3200" dirty="0"/>
              <a:t> </a:t>
            </a:r>
            <a:r>
              <a:rPr sz="3200" dirty="0" err="1"/>
              <a:t>megoldást</a:t>
            </a:r>
            <a:r>
              <a:rPr sz="3200" dirty="0"/>
              <a:t> </a:t>
            </a:r>
            <a:r>
              <a:rPr sz="3200" dirty="0" err="1"/>
              <a:t>adna</a:t>
            </a:r>
            <a:r>
              <a:rPr sz="32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 céljai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1. </a:t>
            </a:r>
            <a:r>
              <a:rPr sz="3200" dirty="0" err="1"/>
              <a:t>Felhasználóbarát</a:t>
            </a:r>
            <a:r>
              <a:rPr sz="3200" dirty="0"/>
              <a:t> GUI (JavaFX)</a:t>
            </a:r>
          </a:p>
          <a:p>
            <a:r>
              <a:rPr sz="3200" dirty="0"/>
              <a:t>2. </a:t>
            </a:r>
            <a:r>
              <a:rPr sz="3200" dirty="0" err="1"/>
              <a:t>Adatbázisban</a:t>
            </a:r>
            <a:r>
              <a:rPr sz="3200" dirty="0"/>
              <a:t> </a:t>
            </a:r>
            <a:r>
              <a:rPr sz="3200" dirty="0" err="1"/>
              <a:t>tárolt</a:t>
            </a:r>
            <a:r>
              <a:rPr sz="3200" dirty="0"/>
              <a:t> </a:t>
            </a:r>
            <a:r>
              <a:rPr sz="3200" dirty="0" err="1"/>
              <a:t>foglalások</a:t>
            </a:r>
            <a:r>
              <a:rPr sz="3200" dirty="0"/>
              <a:t> </a:t>
            </a:r>
          </a:p>
          <a:p>
            <a:r>
              <a:rPr sz="3200" dirty="0"/>
              <a:t>3. </a:t>
            </a:r>
            <a:r>
              <a:rPr sz="3200" dirty="0" err="1"/>
              <a:t>Időpontütközések</a:t>
            </a:r>
            <a:r>
              <a:rPr sz="3200" dirty="0"/>
              <a:t> </a:t>
            </a:r>
            <a:r>
              <a:rPr sz="3200" dirty="0" err="1"/>
              <a:t>elkerülése</a:t>
            </a:r>
            <a:endParaRPr sz="3200" dirty="0"/>
          </a:p>
          <a:p>
            <a:r>
              <a:rPr sz="3200" dirty="0"/>
              <a:t>4. Admin </a:t>
            </a:r>
            <a:r>
              <a:rPr sz="3200" dirty="0" err="1"/>
              <a:t>és</a:t>
            </a:r>
            <a:r>
              <a:rPr sz="3200" dirty="0"/>
              <a:t> </a:t>
            </a:r>
            <a:r>
              <a:rPr sz="3200" dirty="0" err="1"/>
              <a:t>ügyfél</a:t>
            </a:r>
            <a:r>
              <a:rPr sz="3200" dirty="0"/>
              <a:t> </a:t>
            </a:r>
            <a:r>
              <a:rPr sz="3200" dirty="0" err="1"/>
              <a:t>nézet</a:t>
            </a:r>
            <a:r>
              <a:rPr sz="3200" dirty="0"/>
              <a:t> </a:t>
            </a:r>
            <a:r>
              <a:rPr sz="3200" dirty="0" err="1"/>
              <a:t>elkülönítése</a:t>
            </a:r>
            <a:endParaRPr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Fő funkciók tervezete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• </a:t>
            </a:r>
            <a:r>
              <a:rPr sz="3200" dirty="0" err="1"/>
              <a:t>Időpontfoglalás</a:t>
            </a:r>
            <a:r>
              <a:rPr sz="3200" dirty="0"/>
              <a:t> </a:t>
            </a:r>
            <a:r>
              <a:rPr sz="3200" dirty="0" err="1"/>
              <a:t>megadott</a:t>
            </a:r>
            <a:r>
              <a:rPr sz="3200" dirty="0"/>
              <a:t> </a:t>
            </a:r>
            <a:r>
              <a:rPr sz="3200" dirty="0" err="1"/>
              <a:t>szolgáltatásokra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Szolgáltatások</a:t>
            </a:r>
            <a:r>
              <a:rPr sz="3200" dirty="0"/>
              <a:t> </a:t>
            </a:r>
            <a:r>
              <a:rPr sz="3200" dirty="0" err="1"/>
              <a:t>listázása</a:t>
            </a:r>
            <a:r>
              <a:rPr sz="3200" dirty="0"/>
              <a:t>, </a:t>
            </a:r>
            <a:r>
              <a:rPr sz="3200" dirty="0" err="1"/>
              <a:t>árak</a:t>
            </a:r>
            <a:r>
              <a:rPr sz="3200" dirty="0"/>
              <a:t> </a:t>
            </a:r>
            <a:r>
              <a:rPr sz="3200" dirty="0" err="1"/>
              <a:t>megjelenítése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Foglalások</a:t>
            </a:r>
            <a:r>
              <a:rPr sz="3200" dirty="0"/>
              <a:t> </a:t>
            </a:r>
            <a:r>
              <a:rPr sz="3200" dirty="0" err="1"/>
              <a:t>módosítása</a:t>
            </a:r>
            <a:r>
              <a:rPr sz="3200" dirty="0"/>
              <a:t>/</a:t>
            </a:r>
            <a:r>
              <a:rPr sz="3200" dirty="0" err="1"/>
              <a:t>törlése</a:t>
            </a:r>
            <a:endParaRPr sz="3200" dirty="0"/>
          </a:p>
          <a:p>
            <a:r>
              <a:rPr sz="3200" dirty="0"/>
              <a:t>• Admin </a:t>
            </a:r>
            <a:r>
              <a:rPr sz="3200" dirty="0" err="1"/>
              <a:t>funkciók</a:t>
            </a:r>
            <a:r>
              <a:rPr sz="3200" dirty="0"/>
              <a:t>: </a:t>
            </a:r>
            <a:r>
              <a:rPr sz="3200" dirty="0" err="1"/>
              <a:t>dolgozók</a:t>
            </a:r>
            <a:r>
              <a:rPr sz="3200" dirty="0"/>
              <a:t> </a:t>
            </a:r>
            <a:r>
              <a:rPr sz="3200" dirty="0" err="1"/>
              <a:t>kezelése</a:t>
            </a:r>
            <a:r>
              <a:rPr sz="3200" dirty="0"/>
              <a:t>, </a:t>
            </a:r>
            <a:r>
              <a:rPr sz="3200" dirty="0" err="1"/>
              <a:t>naptárnézet</a:t>
            </a:r>
            <a:endParaRPr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Fejlesztési környezet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• IDE: IntelliJ IDEA </a:t>
            </a:r>
            <a:r>
              <a:rPr sz="3200" dirty="0" err="1"/>
              <a:t>vagy</a:t>
            </a:r>
            <a:r>
              <a:rPr sz="3200" dirty="0"/>
              <a:t> VS Code</a:t>
            </a:r>
          </a:p>
          <a:p>
            <a:r>
              <a:rPr sz="3200" dirty="0"/>
              <a:t>• </a:t>
            </a:r>
            <a:r>
              <a:rPr sz="3200" dirty="0" err="1"/>
              <a:t>Verziókezelés</a:t>
            </a:r>
            <a:r>
              <a:rPr sz="3200" dirty="0"/>
              <a:t>: Git + GitHub</a:t>
            </a:r>
          </a:p>
          <a:p>
            <a:r>
              <a:rPr sz="3200" dirty="0"/>
              <a:t>• </a:t>
            </a:r>
            <a:r>
              <a:rPr sz="3200" dirty="0" err="1"/>
              <a:t>Projektmenedzsment</a:t>
            </a:r>
            <a:r>
              <a:rPr sz="3200" dirty="0"/>
              <a:t>: Trello (Kanban)</a:t>
            </a:r>
          </a:p>
          <a:p>
            <a:r>
              <a:rPr sz="3200" dirty="0"/>
              <a:t>• Build </a:t>
            </a:r>
            <a:r>
              <a:rPr sz="3200" dirty="0" err="1"/>
              <a:t>rendszer</a:t>
            </a:r>
            <a:r>
              <a:rPr sz="3200" dirty="0"/>
              <a:t>: Maven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Követelményanalízis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Fő</a:t>
            </a:r>
            <a:r>
              <a:rPr sz="3200" dirty="0"/>
              <a:t> </a:t>
            </a:r>
            <a:r>
              <a:rPr sz="3200" dirty="0" err="1"/>
              <a:t>követelmények</a:t>
            </a:r>
            <a:r>
              <a:rPr sz="3200" dirty="0"/>
              <a:t>:</a:t>
            </a:r>
          </a:p>
          <a:p>
            <a:r>
              <a:rPr sz="3200" dirty="0"/>
              <a:t>• </a:t>
            </a:r>
            <a:r>
              <a:rPr sz="3200" dirty="0" err="1"/>
              <a:t>Időpontok</a:t>
            </a:r>
            <a:r>
              <a:rPr sz="3200" dirty="0"/>
              <a:t> </a:t>
            </a:r>
            <a:r>
              <a:rPr sz="3200" dirty="0" err="1"/>
              <a:t>és</a:t>
            </a:r>
            <a:r>
              <a:rPr sz="3200" dirty="0"/>
              <a:t> </a:t>
            </a:r>
            <a:r>
              <a:rPr sz="3200" dirty="0" err="1"/>
              <a:t>szolgáltatások</a:t>
            </a:r>
            <a:r>
              <a:rPr sz="3200" dirty="0"/>
              <a:t> </a:t>
            </a:r>
            <a:r>
              <a:rPr sz="3200" dirty="0" err="1"/>
              <a:t>kezelése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Ügyféladatok</a:t>
            </a:r>
            <a:r>
              <a:rPr sz="3200" dirty="0"/>
              <a:t> </a:t>
            </a:r>
            <a:r>
              <a:rPr sz="3200" dirty="0" err="1"/>
              <a:t>biztonságos</a:t>
            </a:r>
            <a:r>
              <a:rPr sz="3200" dirty="0"/>
              <a:t> </a:t>
            </a:r>
            <a:r>
              <a:rPr sz="3200" dirty="0" err="1"/>
              <a:t>tárolása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Egyszerű</a:t>
            </a:r>
            <a:r>
              <a:rPr sz="3200" dirty="0"/>
              <a:t> </a:t>
            </a:r>
            <a:r>
              <a:rPr sz="3200" dirty="0" err="1"/>
              <a:t>kezelhetőség</a:t>
            </a:r>
            <a:endParaRPr sz="3200" dirty="0"/>
          </a:p>
          <a:p>
            <a:r>
              <a:rPr sz="3200" dirty="0"/>
              <a:t>• Stabil, </a:t>
            </a:r>
            <a:r>
              <a:rPr sz="3200" dirty="0" err="1"/>
              <a:t>hibamentes</a:t>
            </a:r>
            <a:r>
              <a:rPr sz="3200" dirty="0"/>
              <a:t> </a:t>
            </a:r>
            <a:r>
              <a:rPr sz="3200" dirty="0" err="1"/>
              <a:t>működés</a:t>
            </a:r>
            <a:endParaRPr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Adatbázis-terv (vázlat)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• </a:t>
            </a:r>
            <a:r>
              <a:rPr lang="hu-HU" sz="3200" dirty="0"/>
              <a:t>Szolgáltatás</a:t>
            </a:r>
            <a:r>
              <a:rPr sz="3200" dirty="0"/>
              <a:t> (</a:t>
            </a:r>
            <a:r>
              <a:rPr sz="3200" dirty="0" err="1"/>
              <a:t>név</a:t>
            </a:r>
            <a:r>
              <a:rPr sz="3200" dirty="0"/>
              <a:t>, </a:t>
            </a:r>
            <a:r>
              <a:rPr sz="3200" dirty="0" err="1"/>
              <a:t>ár</a:t>
            </a:r>
            <a:r>
              <a:rPr sz="3200" dirty="0"/>
              <a:t>, </a:t>
            </a:r>
            <a:r>
              <a:rPr sz="3200" dirty="0" err="1"/>
              <a:t>időtartam</a:t>
            </a:r>
            <a:r>
              <a:rPr sz="3200" dirty="0"/>
              <a:t>)</a:t>
            </a:r>
          </a:p>
          <a:p>
            <a:r>
              <a:rPr sz="3200" dirty="0"/>
              <a:t>• </a:t>
            </a:r>
            <a:r>
              <a:rPr lang="hu-HU" sz="3200" dirty="0"/>
              <a:t>Foglalás</a:t>
            </a:r>
            <a:r>
              <a:rPr sz="3200" dirty="0"/>
              <a:t> (</a:t>
            </a:r>
            <a:r>
              <a:rPr sz="3200" dirty="0" err="1"/>
              <a:t>név</a:t>
            </a:r>
            <a:r>
              <a:rPr sz="3200" dirty="0"/>
              <a:t>, </a:t>
            </a:r>
            <a:r>
              <a:rPr sz="3200" dirty="0" err="1"/>
              <a:t>időpont</a:t>
            </a:r>
            <a:r>
              <a:rPr sz="3200" dirty="0"/>
              <a:t>, </a:t>
            </a:r>
            <a:r>
              <a:rPr sz="3200" dirty="0" err="1"/>
              <a:t>szolgáltatás</a:t>
            </a:r>
            <a:r>
              <a:rPr sz="3200" dirty="0"/>
              <a:t>)</a:t>
            </a:r>
          </a:p>
          <a:p>
            <a:r>
              <a:rPr sz="3200" dirty="0"/>
              <a:t>• </a:t>
            </a:r>
            <a:r>
              <a:rPr lang="hu-HU" sz="3200" dirty="0"/>
              <a:t>Dolgozók</a:t>
            </a:r>
            <a:r>
              <a:rPr sz="3200" dirty="0"/>
              <a:t> (</a:t>
            </a:r>
            <a:r>
              <a:rPr sz="3200" dirty="0" err="1"/>
              <a:t>név</a:t>
            </a:r>
            <a:r>
              <a:rPr sz="3200" dirty="0"/>
              <a:t>, </a:t>
            </a:r>
            <a:r>
              <a:rPr sz="3200" dirty="0" err="1"/>
              <a:t>pozíció</a:t>
            </a:r>
            <a:r>
              <a:rPr sz="3200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GUI </a:t>
            </a:r>
            <a:r>
              <a:rPr dirty="0" err="1"/>
              <a:t>tervek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• </a:t>
            </a:r>
            <a:r>
              <a:rPr sz="3200" dirty="0" err="1"/>
              <a:t>Két</a:t>
            </a:r>
            <a:r>
              <a:rPr sz="3200" dirty="0"/>
              <a:t> </a:t>
            </a:r>
            <a:r>
              <a:rPr sz="3200" dirty="0" err="1"/>
              <a:t>fő</a:t>
            </a:r>
            <a:r>
              <a:rPr sz="3200" dirty="0"/>
              <a:t> </a:t>
            </a:r>
            <a:r>
              <a:rPr sz="3200" dirty="0" err="1"/>
              <a:t>nézet</a:t>
            </a:r>
            <a:r>
              <a:rPr sz="3200" dirty="0"/>
              <a:t>: </a:t>
            </a:r>
            <a:r>
              <a:rPr sz="3200" dirty="0" err="1"/>
              <a:t>Ügyfél</a:t>
            </a:r>
            <a:r>
              <a:rPr sz="3200" dirty="0"/>
              <a:t> </a:t>
            </a:r>
            <a:r>
              <a:rPr sz="3200" dirty="0" err="1"/>
              <a:t>és</a:t>
            </a:r>
            <a:r>
              <a:rPr sz="3200" dirty="0"/>
              <a:t> Admin</a:t>
            </a:r>
          </a:p>
          <a:p>
            <a:r>
              <a:rPr sz="3200" dirty="0"/>
              <a:t>• </a:t>
            </a:r>
            <a:r>
              <a:rPr sz="3200" dirty="0" err="1"/>
              <a:t>Ügyfél</a:t>
            </a:r>
            <a:r>
              <a:rPr sz="3200" dirty="0"/>
              <a:t>: </a:t>
            </a:r>
            <a:r>
              <a:rPr sz="3200" dirty="0" err="1"/>
              <a:t>foglalási</a:t>
            </a:r>
            <a:r>
              <a:rPr sz="3200" dirty="0"/>
              <a:t> </a:t>
            </a:r>
            <a:r>
              <a:rPr sz="3200" dirty="0" err="1"/>
              <a:t>űrlap</a:t>
            </a:r>
            <a:r>
              <a:rPr sz="3200" dirty="0"/>
              <a:t>, </a:t>
            </a:r>
            <a:r>
              <a:rPr sz="3200" dirty="0" err="1"/>
              <a:t>naptárnézet</a:t>
            </a:r>
            <a:endParaRPr sz="3200" dirty="0"/>
          </a:p>
          <a:p>
            <a:r>
              <a:rPr sz="3200" dirty="0"/>
              <a:t>• Admin: </a:t>
            </a:r>
            <a:r>
              <a:rPr sz="3200" dirty="0" err="1"/>
              <a:t>szolgáltatások</a:t>
            </a:r>
            <a:r>
              <a:rPr sz="3200" dirty="0"/>
              <a:t> </a:t>
            </a:r>
            <a:r>
              <a:rPr sz="3200" dirty="0" err="1"/>
              <a:t>listája</a:t>
            </a:r>
            <a:r>
              <a:rPr sz="3200" dirty="0"/>
              <a:t>, </a:t>
            </a:r>
            <a:r>
              <a:rPr sz="3200" dirty="0" err="1"/>
              <a:t>dolgozók</a:t>
            </a:r>
            <a:r>
              <a:rPr sz="3200" dirty="0"/>
              <a:t> </a:t>
            </a:r>
            <a:r>
              <a:rPr sz="3200" dirty="0" err="1"/>
              <a:t>kezelése</a:t>
            </a:r>
            <a:endParaRPr sz="3200" dirty="0"/>
          </a:p>
          <a:p>
            <a:r>
              <a:rPr sz="3200" dirty="0"/>
              <a:t>• JavaFX + FXML </a:t>
            </a:r>
            <a:r>
              <a:rPr sz="3200" dirty="0" err="1"/>
              <a:t>segítségével</a:t>
            </a:r>
            <a:r>
              <a:rPr sz="3200" dirty="0"/>
              <a:t> </a:t>
            </a:r>
            <a:r>
              <a:rPr sz="3200" dirty="0" err="1"/>
              <a:t>valósítjuk</a:t>
            </a:r>
            <a:r>
              <a:rPr sz="3200" dirty="0"/>
              <a:t> meg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Üzleti logika tervezete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• </a:t>
            </a:r>
            <a:r>
              <a:rPr sz="3200" dirty="0" err="1"/>
              <a:t>Időpontütközések</a:t>
            </a:r>
            <a:r>
              <a:rPr sz="3200" dirty="0"/>
              <a:t> </a:t>
            </a:r>
            <a:r>
              <a:rPr sz="3200" dirty="0" err="1"/>
              <a:t>kezelése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Időpont</a:t>
            </a:r>
            <a:r>
              <a:rPr sz="3200" dirty="0"/>
              <a:t> </a:t>
            </a:r>
            <a:r>
              <a:rPr sz="3200" dirty="0" err="1"/>
              <a:t>érvényesség</a:t>
            </a:r>
            <a:r>
              <a:rPr sz="3200" dirty="0"/>
              <a:t> </a:t>
            </a:r>
            <a:r>
              <a:rPr sz="3200" dirty="0" err="1"/>
              <a:t>ellenőrzése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Szolgáltatásidőtartam</a:t>
            </a:r>
            <a:r>
              <a:rPr sz="3200" dirty="0"/>
              <a:t> </a:t>
            </a:r>
            <a:r>
              <a:rPr sz="3200" dirty="0" err="1"/>
              <a:t>figyelembevétele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Adatmentés</a:t>
            </a:r>
            <a:r>
              <a:rPr sz="3200" dirty="0"/>
              <a:t> </a:t>
            </a:r>
            <a:r>
              <a:rPr sz="3200" dirty="0" err="1"/>
              <a:t>és</a:t>
            </a:r>
            <a:r>
              <a:rPr sz="3200" dirty="0"/>
              <a:t> </a:t>
            </a:r>
            <a:r>
              <a:rPr sz="3200" dirty="0" err="1"/>
              <a:t>betöltés</a:t>
            </a:r>
            <a:r>
              <a:rPr sz="3200" dirty="0"/>
              <a:t> </a:t>
            </a:r>
            <a:r>
              <a:rPr sz="3200" dirty="0" err="1"/>
              <a:t>automatikusan</a:t>
            </a:r>
            <a:endParaRPr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Tesztelési terv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• </a:t>
            </a:r>
            <a:r>
              <a:rPr sz="3200" dirty="0" err="1"/>
              <a:t>Egységtesztek</a:t>
            </a:r>
            <a:r>
              <a:rPr sz="3200" dirty="0"/>
              <a:t> (JUnit)</a:t>
            </a:r>
          </a:p>
          <a:p>
            <a:r>
              <a:rPr sz="3200" dirty="0"/>
              <a:t>• </a:t>
            </a:r>
            <a:r>
              <a:rPr sz="3200" dirty="0" err="1"/>
              <a:t>Foglalási</a:t>
            </a:r>
            <a:r>
              <a:rPr sz="3200" dirty="0"/>
              <a:t> </a:t>
            </a:r>
            <a:r>
              <a:rPr sz="3200" dirty="0" err="1"/>
              <a:t>logika</a:t>
            </a:r>
            <a:r>
              <a:rPr sz="3200" dirty="0"/>
              <a:t> </a:t>
            </a:r>
            <a:r>
              <a:rPr sz="3200" dirty="0" err="1"/>
              <a:t>validálása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Hibás</a:t>
            </a:r>
            <a:r>
              <a:rPr sz="3200" dirty="0"/>
              <a:t> </a:t>
            </a:r>
            <a:r>
              <a:rPr sz="3200" dirty="0" err="1"/>
              <a:t>időpontok</a:t>
            </a:r>
            <a:r>
              <a:rPr sz="3200" dirty="0"/>
              <a:t> </a:t>
            </a:r>
            <a:r>
              <a:rPr sz="3200" dirty="0" err="1"/>
              <a:t>kezelése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Adatbázis</a:t>
            </a:r>
            <a:r>
              <a:rPr sz="3200" dirty="0"/>
              <a:t> </a:t>
            </a:r>
            <a:r>
              <a:rPr sz="3200" dirty="0" err="1"/>
              <a:t>műveletek</a:t>
            </a:r>
            <a:r>
              <a:rPr sz="3200" dirty="0"/>
              <a:t> </a:t>
            </a:r>
            <a:r>
              <a:rPr sz="3200" dirty="0" err="1"/>
              <a:t>ellenőrzése</a:t>
            </a:r>
            <a:endParaRPr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Verziókezelés és Trello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sz="3200" dirty="0"/>
              <a:t>GitHub repository a </a:t>
            </a:r>
            <a:r>
              <a:rPr sz="3200" dirty="0" err="1"/>
              <a:t>csapatmunkához</a:t>
            </a:r>
            <a:endParaRPr sz="3200" dirty="0"/>
          </a:p>
          <a:p>
            <a:r>
              <a:rPr sz="3200" dirty="0"/>
              <a:t>• Branch </a:t>
            </a:r>
            <a:r>
              <a:rPr sz="3200" dirty="0" err="1"/>
              <a:t>alapú</a:t>
            </a:r>
            <a:r>
              <a:rPr sz="3200" dirty="0"/>
              <a:t> </a:t>
            </a:r>
            <a:r>
              <a:rPr sz="3200" dirty="0" err="1"/>
              <a:t>fejlesztés</a:t>
            </a:r>
            <a:endParaRPr sz="3200" dirty="0"/>
          </a:p>
          <a:p>
            <a:r>
              <a:rPr sz="3200" dirty="0"/>
              <a:t>• Trello Kanban </a:t>
            </a:r>
            <a:r>
              <a:rPr sz="3200" dirty="0" err="1"/>
              <a:t>tábla</a:t>
            </a:r>
            <a:r>
              <a:rPr sz="3200" dirty="0"/>
              <a:t> a </a:t>
            </a:r>
            <a:r>
              <a:rPr sz="3200" dirty="0" err="1"/>
              <a:t>feladatok</a:t>
            </a:r>
            <a:r>
              <a:rPr sz="3200" dirty="0"/>
              <a:t> </a:t>
            </a:r>
            <a:r>
              <a:rPr sz="3200" dirty="0" err="1"/>
              <a:t>követéséhez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Átlátható</a:t>
            </a:r>
            <a:r>
              <a:rPr sz="3200" dirty="0"/>
              <a:t> </a:t>
            </a:r>
            <a:r>
              <a:rPr sz="3200" dirty="0" err="1"/>
              <a:t>státuszkövetés</a:t>
            </a:r>
            <a:endParaRPr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Várható kihívások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• JavaFX </a:t>
            </a:r>
            <a:r>
              <a:rPr sz="3200" dirty="0" err="1"/>
              <a:t>és</a:t>
            </a:r>
            <a:r>
              <a:rPr sz="3200" dirty="0"/>
              <a:t> JPA </a:t>
            </a:r>
            <a:r>
              <a:rPr sz="3200" dirty="0" err="1"/>
              <a:t>integrálása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Időpont-átfedések</a:t>
            </a:r>
            <a:r>
              <a:rPr sz="3200" dirty="0"/>
              <a:t> </a:t>
            </a:r>
            <a:r>
              <a:rPr sz="3200" dirty="0" err="1"/>
              <a:t>pontos</a:t>
            </a:r>
            <a:r>
              <a:rPr sz="3200" dirty="0"/>
              <a:t> </a:t>
            </a:r>
            <a:r>
              <a:rPr sz="3200" dirty="0" err="1"/>
              <a:t>kezelése</a:t>
            </a:r>
            <a:endParaRPr sz="3200" dirty="0"/>
          </a:p>
          <a:p>
            <a:r>
              <a:rPr sz="3200" dirty="0"/>
              <a:t>• GUI </a:t>
            </a:r>
            <a:r>
              <a:rPr sz="3200" dirty="0" err="1"/>
              <a:t>és</a:t>
            </a:r>
            <a:r>
              <a:rPr sz="3200" dirty="0"/>
              <a:t> </a:t>
            </a:r>
            <a:r>
              <a:rPr sz="3200" dirty="0" err="1"/>
              <a:t>logika</a:t>
            </a:r>
            <a:r>
              <a:rPr sz="3200" dirty="0"/>
              <a:t> </a:t>
            </a:r>
            <a:r>
              <a:rPr sz="3200" dirty="0" err="1"/>
              <a:t>szinkronizálása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Csapatmunka</a:t>
            </a:r>
            <a:r>
              <a:rPr sz="3200" dirty="0"/>
              <a:t> </a:t>
            </a:r>
            <a:r>
              <a:rPr sz="3200" dirty="0" err="1"/>
              <a:t>összehangolása</a:t>
            </a:r>
            <a:endParaRPr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Kockázatkezelés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• </a:t>
            </a:r>
            <a:r>
              <a:rPr sz="3200" dirty="0" err="1"/>
              <a:t>Verziókezelés</a:t>
            </a:r>
            <a:r>
              <a:rPr sz="3200" dirty="0"/>
              <a:t> </a:t>
            </a:r>
            <a:r>
              <a:rPr sz="3200" dirty="0" err="1"/>
              <a:t>rendszeres</a:t>
            </a:r>
            <a:r>
              <a:rPr sz="3200" dirty="0"/>
              <a:t> </a:t>
            </a:r>
            <a:r>
              <a:rPr sz="3200" dirty="0" err="1"/>
              <a:t>használata</a:t>
            </a:r>
            <a:endParaRPr sz="3200" dirty="0"/>
          </a:p>
          <a:p>
            <a:r>
              <a:rPr sz="3200" dirty="0"/>
              <a:t>• Heti </a:t>
            </a:r>
            <a:r>
              <a:rPr sz="3200" dirty="0" err="1"/>
              <a:t>csapatmegbeszélések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Mentések</a:t>
            </a:r>
            <a:r>
              <a:rPr sz="3200" dirty="0"/>
              <a:t> </a:t>
            </a:r>
            <a:r>
              <a:rPr sz="3200" dirty="0" err="1"/>
              <a:t>és</a:t>
            </a:r>
            <a:r>
              <a:rPr sz="3200" dirty="0"/>
              <a:t> </a:t>
            </a:r>
            <a:r>
              <a:rPr sz="3200" dirty="0" err="1"/>
              <a:t>dokumentálás</a:t>
            </a:r>
            <a:r>
              <a:rPr sz="3200" dirty="0"/>
              <a:t> </a:t>
            </a:r>
            <a:r>
              <a:rPr sz="3200" dirty="0" err="1"/>
              <a:t>folyamatosan</a:t>
            </a:r>
            <a:endParaRPr sz="3200" dirty="0"/>
          </a:p>
          <a:p>
            <a:r>
              <a:rPr sz="3200" dirty="0"/>
              <a:t>• </a:t>
            </a:r>
            <a:r>
              <a:rPr sz="3200" dirty="0" err="1"/>
              <a:t>Tesztelés</a:t>
            </a:r>
            <a:r>
              <a:rPr sz="3200" dirty="0"/>
              <a:t> </a:t>
            </a:r>
            <a:r>
              <a:rPr sz="3200" dirty="0" err="1"/>
              <a:t>minden</a:t>
            </a:r>
            <a:r>
              <a:rPr sz="3200" dirty="0"/>
              <a:t> </a:t>
            </a:r>
            <a:r>
              <a:rPr sz="3200" dirty="0" err="1"/>
              <a:t>fázisban</a:t>
            </a:r>
            <a:endParaRPr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A </a:t>
            </a:r>
            <a:r>
              <a:rPr sz="3200" dirty="0" err="1"/>
              <a:t>projekt</a:t>
            </a:r>
            <a:r>
              <a:rPr sz="3200" dirty="0"/>
              <a:t> </a:t>
            </a:r>
            <a:r>
              <a:rPr sz="3200" dirty="0" err="1"/>
              <a:t>egy</a:t>
            </a:r>
            <a:r>
              <a:rPr sz="3200" dirty="0"/>
              <a:t> modern, </a:t>
            </a:r>
            <a:r>
              <a:rPr sz="3200" dirty="0" err="1"/>
              <a:t>skálázható</a:t>
            </a:r>
            <a:r>
              <a:rPr sz="3200" dirty="0"/>
              <a:t> </a:t>
            </a:r>
            <a:r>
              <a:rPr sz="3200" dirty="0" err="1"/>
              <a:t>időpontfoglaló</a:t>
            </a:r>
            <a:r>
              <a:rPr sz="3200" dirty="0"/>
              <a:t> </a:t>
            </a:r>
            <a:r>
              <a:rPr sz="3200" dirty="0" err="1"/>
              <a:t>rendszer</a:t>
            </a:r>
            <a:r>
              <a:rPr sz="3200" dirty="0"/>
              <a:t> </a:t>
            </a:r>
            <a:r>
              <a:rPr sz="3200" dirty="0" err="1"/>
              <a:t>alapjait</a:t>
            </a:r>
            <a:r>
              <a:rPr sz="3200" dirty="0"/>
              <a:t> </a:t>
            </a:r>
            <a:r>
              <a:rPr sz="3200" dirty="0" err="1"/>
              <a:t>teremti</a:t>
            </a:r>
            <a:r>
              <a:rPr sz="3200" dirty="0"/>
              <a:t> meg.</a:t>
            </a:r>
          </a:p>
          <a:p>
            <a:r>
              <a:rPr sz="3200" dirty="0" err="1"/>
              <a:t>Jelenleg</a:t>
            </a:r>
            <a:r>
              <a:rPr sz="3200" dirty="0"/>
              <a:t> </a:t>
            </a:r>
            <a:r>
              <a:rPr sz="3200" dirty="0" err="1"/>
              <a:t>tervezési</a:t>
            </a:r>
            <a:r>
              <a:rPr sz="3200" dirty="0"/>
              <a:t> </a:t>
            </a:r>
            <a:r>
              <a:rPr sz="3200" dirty="0" err="1"/>
              <a:t>fázisban</a:t>
            </a:r>
            <a:r>
              <a:rPr sz="3200" dirty="0"/>
              <a:t> </a:t>
            </a:r>
            <a:r>
              <a:rPr sz="3200" dirty="0" err="1"/>
              <a:t>vagyunk</a:t>
            </a:r>
            <a:r>
              <a:rPr sz="3200" dirty="0"/>
              <a:t>, a </a:t>
            </a:r>
            <a:r>
              <a:rPr sz="3200" dirty="0" err="1"/>
              <a:t>fejlesztés</a:t>
            </a:r>
            <a:r>
              <a:rPr sz="3200" dirty="0"/>
              <a:t> a </a:t>
            </a:r>
            <a:r>
              <a:rPr sz="3200" dirty="0" err="1"/>
              <a:t>következő</a:t>
            </a:r>
            <a:r>
              <a:rPr sz="3200" dirty="0"/>
              <a:t> </a:t>
            </a:r>
            <a:r>
              <a:rPr sz="3200" dirty="0" err="1"/>
              <a:t>hetekben</a:t>
            </a:r>
            <a:r>
              <a:rPr sz="3200" dirty="0"/>
              <a:t> </a:t>
            </a:r>
            <a:r>
              <a:rPr sz="3200" dirty="0" err="1"/>
              <a:t>indul</a:t>
            </a:r>
            <a:r>
              <a:rPr sz="3200"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361</Words>
  <Application>Microsoft Office PowerPoint</Application>
  <PresentationFormat>Szélesvásznú</PresentationFormat>
  <Paragraphs>68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Projektbemutató – Beauty Salon időpontfoglaló rendszer </vt:lpstr>
      <vt:lpstr>Projekt ötlete</vt:lpstr>
      <vt:lpstr>Motiváció</vt:lpstr>
      <vt:lpstr>Projekt céljai</vt:lpstr>
      <vt:lpstr>Fő funkciók tervezete</vt:lpstr>
      <vt:lpstr>Fejlesztési környezet</vt:lpstr>
      <vt:lpstr>Követelményanalízis</vt:lpstr>
      <vt:lpstr>Adatbázis-terv (vázlat)</vt:lpstr>
      <vt:lpstr>GUI tervek</vt:lpstr>
      <vt:lpstr>Üzleti logika tervezete</vt:lpstr>
      <vt:lpstr>Tesztelési terv</vt:lpstr>
      <vt:lpstr>Verziókezelés és Trello</vt:lpstr>
      <vt:lpstr>Várható kihívások</vt:lpstr>
      <vt:lpstr>Kockázatkezelés</vt:lpstr>
      <vt:lpstr>Összegzés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Goneth Zsolt</dc:creator>
  <cp:lastModifiedBy>Goneth Zsolt</cp:lastModifiedBy>
  <cp:revision>1</cp:revision>
  <dcterms:created xsi:type="dcterms:W3CDTF">2025-10-16T07:13:59Z</dcterms:created>
  <dcterms:modified xsi:type="dcterms:W3CDTF">2025-10-16T07:23:22Z</dcterms:modified>
</cp:coreProperties>
</file>